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7250113"/>
  <p:notesSz cx="725011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35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ost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72507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52726" y="166683"/>
            <a:ext cx="5679139" cy="1738269"/>
          </a:xfrm>
          <a:prstGeom prst="roundRect">
            <a:avLst>
              <a:gd name="adj" fmla="val 6839"/>
            </a:avLst>
          </a:prstGeom>
          <a:solidFill>
            <a:srgbClr val="3F6E24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3571786" y="214307"/>
            <a:ext cx="5405302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SAVETTS OPEN 2026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571786" y="690545"/>
            <a:ext cx="540530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11-12 SEPTEMBER 2026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571786" y="1178689"/>
            <a:ext cx="540530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1" descr="assets/icon_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152" y="1285843"/>
            <a:ext cx="500050" cy="476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0450" y="1285843"/>
            <a:ext cx="4524262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RAVENSMEAD MULTIPURPOSE CENTRE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00450" y="1500150"/>
            <a:ext cx="4524262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 Christians St, Ravensmead, Cape Town, 7504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23862" y="2053776"/>
            <a:ext cx="7453126" cy="3649173"/>
          </a:xfrm>
          <a:prstGeom prst="roundRect">
            <a:avLst>
              <a:gd name="adj" fmla="val 3306"/>
            </a:avLst>
          </a:prstGeom>
          <a:solidFill>
            <a:srgbClr val="10336B"/>
          </a:solidFill>
          <a:ln w="190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pic>
        <p:nvPicPr>
          <p:cNvPr id="17" name="Image 4" descr="assets/icon_sq1_clo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74" y="2693420"/>
            <a:ext cx="476238" cy="476238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sp>
        <p:nvSpPr>
          <p:cNvPr id="19" name="Text 12"/>
          <p:cNvSpPr/>
          <p:nvPr/>
        </p:nvSpPr>
        <p:spPr>
          <a:xfrm>
            <a:off x="2761229" y="2713894"/>
            <a:ext cx="1881140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Sunday, 6 September 2026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23:59</a:t>
            </a:r>
            <a:endParaRPr lang="en-US" sz="1200" dirty="0"/>
          </a:p>
        </p:txBody>
      </p:sp>
      <p:pic>
        <p:nvPicPr>
          <p:cNvPr id="20" name="Image 5" descr="assets/icon_sq2_entry.png"/>
          <p:cNvPicPr>
            <a:picLocks noChangeAspect="1"/>
          </p:cNvPicPr>
          <p:nvPr/>
        </p:nvPicPr>
        <p:blipFill>
          <a:blip r:embed="rId6"/>
          <a:srcRect l="-1" t="24999" r="12500"/>
          <a:stretch>
            <a:fillRect/>
          </a:stretch>
        </p:blipFill>
        <p:spPr>
          <a:xfrm>
            <a:off x="683852" y="4768333"/>
            <a:ext cx="416710" cy="357179"/>
          </a:xfrm>
          <a:prstGeom prst="rect">
            <a:avLst/>
          </a:prstGeom>
          <a:effectLst>
            <a:softEdge rad="0"/>
          </a:effectLst>
        </p:spPr>
      </p:pic>
      <p:sp>
        <p:nvSpPr>
          <p:cNvPr id="22" name="Text 14"/>
          <p:cNvSpPr/>
          <p:nvPr/>
        </p:nvSpPr>
        <p:spPr>
          <a:xfrm>
            <a:off x="2728161" y="4869181"/>
            <a:ext cx="4285459" cy="22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joshua.du.plooy99+2026Savetts@gmail.com</a:t>
            </a:r>
            <a:endParaRPr lang="en-US" sz="1200" dirty="0"/>
          </a:p>
        </p:txBody>
      </p:sp>
      <p:pic>
        <p:nvPicPr>
          <p:cNvPr id="23" name="Image 6" descr="assets/icon_sq3_director.png"/>
          <p:cNvPicPr>
            <a:picLocks noChangeAspect="1"/>
          </p:cNvPicPr>
          <p:nvPr/>
        </p:nvPicPr>
        <p:blipFill>
          <a:blip r:embed="rId7"/>
          <a:srcRect l="-1" t="15000" r="12500" b="9999"/>
          <a:stretch>
            <a:fillRect/>
          </a:stretch>
        </p:blipFill>
        <p:spPr>
          <a:xfrm>
            <a:off x="714357" y="3812527"/>
            <a:ext cx="416710" cy="35717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728161" y="3857528"/>
            <a:ext cx="2071960" cy="5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Du Plooy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+27 81 825 0220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joshua.du.plooy99@gmail.com</a:t>
            </a:r>
            <a:endParaRPr lang="en-US" sz="1100" dirty="0"/>
          </a:p>
        </p:txBody>
      </p:sp>
      <p:pic>
        <p:nvPicPr>
          <p:cNvPr id="26" name="Image 7" descr="assets/icon_sq4_referee.png"/>
          <p:cNvPicPr>
            <a:picLocks noChangeAspect="1"/>
          </p:cNvPicPr>
          <p:nvPr/>
        </p:nvPicPr>
        <p:blipFill>
          <a:blip r:embed="rId8"/>
          <a:srcRect l="10000" t="25000" r="17500"/>
          <a:stretch>
            <a:fillRect/>
          </a:stretch>
        </p:blipFill>
        <p:spPr>
          <a:xfrm>
            <a:off x="4664368" y="2675846"/>
            <a:ext cx="345273" cy="3571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403514" y="2794907"/>
            <a:ext cx="1071536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Zaida Lyners</a:t>
            </a:r>
            <a:endParaRPr lang="en-US" sz="1200" dirty="0"/>
          </a:p>
        </p:txBody>
      </p:sp>
      <p:pic>
        <p:nvPicPr>
          <p:cNvPr id="29" name="Image 8" descr="assets/icon_sq5_draw.png"/>
          <p:cNvPicPr>
            <a:picLocks noChangeAspect="1"/>
          </p:cNvPicPr>
          <p:nvPr/>
        </p:nvPicPr>
        <p:blipFill>
          <a:blip r:embed="rId9"/>
          <a:srcRect l="10000" r="17500" b="32500"/>
          <a:stretch>
            <a:fillRect/>
          </a:stretch>
        </p:blipFill>
        <p:spPr>
          <a:xfrm>
            <a:off x="4697103" y="3303902"/>
            <a:ext cx="345273" cy="3214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318528" y="3362572"/>
            <a:ext cx="1646891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Tuesday, 8 September 2026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8131765" y="2285943"/>
            <a:ext cx="3619410" cy="1678739"/>
          </a:xfrm>
          <a:prstGeom prst="roundRect">
            <a:avLst>
              <a:gd name="adj" fmla="val 7081"/>
            </a:avLst>
          </a:prstGeom>
          <a:solidFill>
            <a:srgbClr val="10336B"/>
          </a:solidFill>
          <a:ln w="190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22"/>
          <p:cNvSpPr/>
          <p:nvPr/>
        </p:nvSpPr>
        <p:spPr>
          <a:xfrm>
            <a:off x="8869934" y="2250225"/>
            <a:ext cx="2143071" cy="309555"/>
          </a:xfrm>
          <a:prstGeom prst="roundRect">
            <a:avLst>
              <a:gd name="adj" fmla="val 44309"/>
            </a:avLst>
          </a:prstGeom>
          <a:solidFill>
            <a:srgbClr val="C97A35"/>
          </a:solidFill>
          <a:ln w="63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23"/>
          <p:cNvSpPr/>
          <p:nvPr/>
        </p:nvSpPr>
        <p:spPr>
          <a:xfrm>
            <a:off x="8869934" y="2262131"/>
            <a:ext cx="2107354" cy="25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OF PLAY</a:t>
            </a:r>
            <a:endParaRPr lang="en-US" sz="1100" dirty="0"/>
          </a:p>
        </p:txBody>
      </p:sp>
      <p:pic>
        <p:nvPicPr>
          <p:cNvPr id="35" name="Image 9" descr="assets/icon_sched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7013" y="2643121"/>
            <a:ext cx="452426" cy="45242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762781" y="2643121"/>
            <a:ext cx="27978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11 September 2026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8762781" y="2845523"/>
            <a:ext cx="27978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19:00: Doubles Events</a:t>
            </a:r>
            <a:endParaRPr lang="en-US" sz="1000" dirty="0"/>
          </a:p>
        </p:txBody>
      </p:sp>
      <p:pic>
        <p:nvPicPr>
          <p:cNvPr id="38" name="Image 10" descr="assets/icon_sched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7013" y="3297949"/>
            <a:ext cx="452426" cy="45242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62781" y="3297949"/>
            <a:ext cx="27978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Saturday, 12 September 2026</a:t>
            </a:r>
            <a:endParaRPr lang="en-US" sz="1000" dirty="0"/>
          </a:p>
        </p:txBody>
      </p:sp>
      <p:sp>
        <p:nvSpPr>
          <p:cNvPr id="40" name="Text 27"/>
          <p:cNvSpPr/>
          <p:nvPr/>
        </p:nvSpPr>
        <p:spPr>
          <a:xfrm>
            <a:off x="8762781" y="3500350"/>
            <a:ext cx="279789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08:30: Singles Events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8131765" y="4155177"/>
            <a:ext cx="3619410" cy="1583492"/>
          </a:xfrm>
          <a:prstGeom prst="roundRect">
            <a:avLst>
              <a:gd name="adj" fmla="val 7507"/>
            </a:avLst>
          </a:prstGeom>
          <a:solidFill>
            <a:srgbClr val="10336B"/>
          </a:solidFill>
          <a:ln w="190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29"/>
          <p:cNvSpPr/>
          <p:nvPr/>
        </p:nvSpPr>
        <p:spPr>
          <a:xfrm>
            <a:off x="9167583" y="4131365"/>
            <a:ext cx="1381090" cy="297649"/>
          </a:xfrm>
          <a:prstGeom prst="roundRect">
            <a:avLst>
              <a:gd name="adj" fmla="val 43009"/>
            </a:avLst>
          </a:prstGeom>
          <a:solidFill>
            <a:srgbClr val="C97A35"/>
          </a:solidFill>
          <a:ln w="63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30"/>
          <p:cNvSpPr/>
          <p:nvPr/>
        </p:nvSpPr>
        <p:spPr>
          <a:xfrm>
            <a:off x="9167583" y="4143271"/>
            <a:ext cx="1345373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FEES</a:t>
            </a:r>
            <a:endParaRPr lang="en-US" sz="1050" dirty="0"/>
          </a:p>
        </p:txBody>
      </p:sp>
      <p:sp>
        <p:nvSpPr>
          <p:cNvPr id="44" name="Text 31"/>
          <p:cNvSpPr/>
          <p:nvPr/>
        </p:nvSpPr>
        <p:spPr>
          <a:xfrm>
            <a:off x="8334167" y="4524262"/>
            <a:ext cx="166683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8524662" y="4524262"/>
            <a:ext cx="2976488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R120 for 1 singles event ..................... R120</a:t>
            </a:r>
            <a:endParaRPr lang="en-US" sz="950" dirty="0"/>
          </a:p>
        </p:txBody>
      </p:sp>
      <p:sp>
        <p:nvSpPr>
          <p:cNvPr id="46" name="Text 33"/>
          <p:cNvSpPr/>
          <p:nvPr/>
        </p:nvSpPr>
        <p:spPr>
          <a:xfrm>
            <a:off x="8334167" y="4738569"/>
            <a:ext cx="166683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8524662" y="4738569"/>
            <a:ext cx="2976488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R180 for 2 singles events ..................... R180</a:t>
            </a:r>
            <a:endParaRPr lang="en-US" sz="950" dirty="0"/>
          </a:p>
        </p:txBody>
      </p:sp>
      <p:sp>
        <p:nvSpPr>
          <p:cNvPr id="48" name="Text 35"/>
          <p:cNvSpPr/>
          <p:nvPr/>
        </p:nvSpPr>
        <p:spPr>
          <a:xfrm>
            <a:off x="8334167" y="4952876"/>
            <a:ext cx="166683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DC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00" dirty="0"/>
          </a:p>
        </p:txBody>
      </p:sp>
      <p:sp>
        <p:nvSpPr>
          <p:cNvPr id="49" name="Text 36"/>
          <p:cNvSpPr/>
          <p:nvPr/>
        </p:nvSpPr>
        <p:spPr>
          <a:xfrm>
            <a:off x="8524662" y="4952876"/>
            <a:ext cx="2976488" cy="16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R120 per pair for doubles events ....... R120</a:t>
            </a:r>
            <a:endParaRPr lang="en-US" sz="950" dirty="0"/>
          </a:p>
        </p:txBody>
      </p:sp>
      <p:sp>
        <p:nvSpPr>
          <p:cNvPr id="50" name="Text 37"/>
          <p:cNvSpPr/>
          <p:nvPr/>
        </p:nvSpPr>
        <p:spPr>
          <a:xfrm>
            <a:off x="8334167" y="5214807"/>
            <a:ext cx="3155077" cy="404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that are not accompanied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FULL fees shall not be accepted.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523862" y="5881540"/>
            <a:ext cx="6238719" cy="1190595"/>
          </a:xfrm>
          <a:prstGeom prst="roundRect">
            <a:avLst>
              <a:gd name="adj" fmla="val 9984"/>
            </a:avLst>
          </a:prstGeom>
          <a:solidFill>
            <a:srgbClr val="3F6E2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2" name="Image 11" descr="assets/icon_ban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57" y="5988694"/>
            <a:ext cx="571486" cy="857229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1452526" y="6024412"/>
            <a:ext cx="1904952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00" dirty="0"/>
          </a:p>
        </p:txBody>
      </p:sp>
      <p:sp>
        <p:nvSpPr>
          <p:cNvPr id="54" name="Text 40"/>
          <p:cNvSpPr/>
          <p:nvPr/>
        </p:nvSpPr>
        <p:spPr>
          <a:xfrm>
            <a:off x="1452526" y="6238719"/>
            <a:ext cx="208354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can be made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EFT or cash deposit.</a:t>
            </a:r>
            <a:endParaRPr lang="en-US" sz="950" dirty="0"/>
          </a:p>
        </p:txBody>
      </p:sp>
      <p:sp>
        <p:nvSpPr>
          <p:cNvPr id="55" name="Text 41"/>
          <p:cNvSpPr/>
          <p:nvPr/>
        </p:nvSpPr>
        <p:spPr>
          <a:xfrm>
            <a:off x="3595598" y="5976788"/>
            <a:ext cx="690545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Bank:</a:t>
            </a:r>
            <a:endParaRPr lang="en-US" sz="850" dirty="0"/>
          </a:p>
        </p:txBody>
      </p:sp>
      <p:sp>
        <p:nvSpPr>
          <p:cNvPr id="56" name="Text 42"/>
          <p:cNvSpPr/>
          <p:nvPr/>
        </p:nvSpPr>
        <p:spPr>
          <a:xfrm>
            <a:off x="4309955" y="5976788"/>
            <a:ext cx="2321661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ABSA Bank</a:t>
            </a:r>
            <a:endParaRPr lang="en-US" sz="850" dirty="0"/>
          </a:p>
        </p:txBody>
      </p:sp>
      <p:sp>
        <p:nvSpPr>
          <p:cNvPr id="57" name="Text 43"/>
          <p:cNvSpPr/>
          <p:nvPr/>
        </p:nvSpPr>
        <p:spPr>
          <a:xfrm>
            <a:off x="3595598" y="6131565"/>
            <a:ext cx="690545" cy="26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Holder:</a:t>
            </a:r>
            <a:endParaRPr lang="en-US" sz="850" dirty="0"/>
          </a:p>
        </p:txBody>
      </p:sp>
      <p:sp>
        <p:nvSpPr>
          <p:cNvPr id="58" name="Text 44"/>
          <p:cNvSpPr/>
          <p:nvPr/>
        </p:nvSpPr>
        <p:spPr>
          <a:xfrm>
            <a:off x="4309955" y="6131565"/>
            <a:ext cx="2321661" cy="26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 VETERANS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 ASSOCIATION</a:t>
            </a:r>
            <a:endParaRPr lang="en-US" sz="850" dirty="0"/>
          </a:p>
        </p:txBody>
      </p:sp>
      <p:sp>
        <p:nvSpPr>
          <p:cNvPr id="59" name="Text 45"/>
          <p:cNvSpPr/>
          <p:nvPr/>
        </p:nvSpPr>
        <p:spPr>
          <a:xfrm>
            <a:off x="3595598" y="6429214"/>
            <a:ext cx="690545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No:</a:t>
            </a:r>
            <a:endParaRPr lang="en-US" sz="850" dirty="0"/>
          </a:p>
        </p:txBody>
      </p:sp>
      <p:sp>
        <p:nvSpPr>
          <p:cNvPr id="60" name="Text 46"/>
          <p:cNvSpPr/>
          <p:nvPr/>
        </p:nvSpPr>
        <p:spPr>
          <a:xfrm>
            <a:off x="4309955" y="6429214"/>
            <a:ext cx="2321661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9378577005</a:t>
            </a:r>
          </a:p>
        </p:txBody>
      </p:sp>
      <p:sp>
        <p:nvSpPr>
          <p:cNvPr id="61" name="Text 47"/>
          <p:cNvSpPr/>
          <p:nvPr/>
        </p:nvSpPr>
        <p:spPr>
          <a:xfrm>
            <a:off x="3595598" y="6583992"/>
            <a:ext cx="690545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Code:</a:t>
            </a:r>
            <a:endParaRPr lang="en-US" sz="850" dirty="0"/>
          </a:p>
        </p:txBody>
      </p:sp>
      <p:sp>
        <p:nvSpPr>
          <p:cNvPr id="62" name="Text 48"/>
          <p:cNvSpPr/>
          <p:nvPr/>
        </p:nvSpPr>
        <p:spPr>
          <a:xfrm>
            <a:off x="4309955" y="6583992"/>
            <a:ext cx="2321661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632005</a:t>
            </a:r>
            <a:endParaRPr lang="en-US" sz="850" dirty="0"/>
          </a:p>
        </p:txBody>
      </p:sp>
      <p:sp>
        <p:nvSpPr>
          <p:cNvPr id="63" name="Text 49"/>
          <p:cNvSpPr/>
          <p:nvPr/>
        </p:nvSpPr>
        <p:spPr>
          <a:xfrm>
            <a:off x="3595598" y="6738769"/>
            <a:ext cx="690545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Ref:</a:t>
            </a:r>
            <a:endParaRPr lang="en-US" sz="850" dirty="0"/>
          </a:p>
        </p:txBody>
      </p:sp>
      <p:sp>
        <p:nvSpPr>
          <p:cNvPr id="64" name="Text 50"/>
          <p:cNvSpPr/>
          <p:nvPr/>
        </p:nvSpPr>
        <p:spPr>
          <a:xfrm>
            <a:off x="4309955" y="6738769"/>
            <a:ext cx="2321661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SAVETTS2026-Club-Name</a:t>
            </a:r>
            <a:endParaRPr lang="en-US" sz="850" dirty="0"/>
          </a:p>
        </p:txBody>
      </p:sp>
      <p:sp>
        <p:nvSpPr>
          <p:cNvPr id="65" name="Shape 51"/>
          <p:cNvSpPr/>
          <p:nvPr/>
        </p:nvSpPr>
        <p:spPr>
          <a:xfrm>
            <a:off x="6893546" y="5881540"/>
            <a:ext cx="4940970" cy="1262031"/>
          </a:xfrm>
          <a:prstGeom prst="roundRect">
            <a:avLst>
              <a:gd name="adj" fmla="val 9419"/>
            </a:avLst>
          </a:prstGeom>
          <a:solidFill>
            <a:srgbClr val="3F6E2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66" name="Image 12" descr="assets/icon_peop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9760" y="5988694"/>
            <a:ext cx="571486" cy="857229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7881740" y="6095848"/>
            <a:ext cx="2381190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</a:t>
            </a:r>
            <a:endParaRPr lang="en-US" sz="1200" dirty="0"/>
          </a:p>
        </p:txBody>
      </p:sp>
      <p:sp>
        <p:nvSpPr>
          <p:cNvPr id="68" name="Text 53"/>
          <p:cNvSpPr/>
          <p:nvPr/>
        </p:nvSpPr>
        <p:spPr>
          <a:xfrm>
            <a:off x="7881740" y="6310155"/>
            <a:ext cx="3095548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 Veterans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</a:t>
            </a:r>
            <a:endParaRPr lang="en-US" sz="1000" dirty="0"/>
          </a:p>
        </p:txBody>
      </p:sp>
      <p:pic>
        <p:nvPicPr>
          <p:cNvPr id="69" name="Image 13" descr="assets/icon_spark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3526" y="6643521"/>
            <a:ext cx="357179" cy="357179"/>
          </a:xfrm>
          <a:prstGeom prst="rect">
            <a:avLst/>
          </a:prstGeom>
        </p:spPr>
      </p:pic>
      <p:sp>
        <p:nvSpPr>
          <p:cNvPr id="70" name="Text 11">
            <a:extLst>
              <a:ext uri="{FF2B5EF4-FFF2-40B4-BE49-F238E27FC236}">
                <a16:creationId xmlns:a16="http://schemas.microsoft.com/office/drawing/2014/main" id="{C874AA38-03C8-5770-67C7-0C136E486B6D}"/>
              </a:ext>
            </a:extLst>
          </p:cNvPr>
          <p:cNvSpPr/>
          <p:nvPr/>
        </p:nvSpPr>
        <p:spPr>
          <a:xfrm>
            <a:off x="1385041" y="2764855"/>
            <a:ext cx="1071536" cy="35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DATE</a:t>
            </a:r>
            <a:endParaRPr lang="en-US" sz="1400" dirty="0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2A577D7A-EBE3-9D2C-982B-98A13ABE28ED}"/>
              </a:ext>
            </a:extLst>
          </p:cNvPr>
          <p:cNvSpPr/>
          <p:nvPr/>
        </p:nvSpPr>
        <p:spPr>
          <a:xfrm>
            <a:off x="1260551" y="4773361"/>
            <a:ext cx="1071536" cy="35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FORMS</a:t>
            </a:r>
            <a:endParaRPr lang="en-US" sz="1400" dirty="0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63FA29DA-1BBD-CD17-4C04-1197DE6EDFCD}"/>
              </a:ext>
            </a:extLst>
          </p:cNvPr>
          <p:cNvSpPr/>
          <p:nvPr/>
        </p:nvSpPr>
        <p:spPr>
          <a:xfrm>
            <a:off x="1345371" y="3805288"/>
            <a:ext cx="1313607" cy="404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40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BAB0F103-C06E-5D81-F3FB-CDAC875B732C}"/>
              </a:ext>
            </a:extLst>
          </p:cNvPr>
          <p:cNvSpPr/>
          <p:nvPr/>
        </p:nvSpPr>
        <p:spPr>
          <a:xfrm>
            <a:off x="5115988" y="2726400"/>
            <a:ext cx="1071536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REFEREE</a:t>
            </a:r>
            <a:endParaRPr lang="en-US" sz="140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6399D3DE-9B78-4D26-D61D-A4BF23DC6465}"/>
              </a:ext>
            </a:extLst>
          </p:cNvPr>
          <p:cNvSpPr/>
          <p:nvPr/>
        </p:nvSpPr>
        <p:spPr>
          <a:xfrm>
            <a:off x="5115988" y="3382469"/>
            <a:ext cx="1071536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DATE</a:t>
            </a:r>
            <a:endParaRPr lang="en-US" sz="1400" dirty="0"/>
          </a:p>
        </p:txBody>
      </p:sp>
      <p:sp>
        <p:nvSpPr>
          <p:cNvPr id="76" name="Shape 29">
            <a:extLst>
              <a:ext uri="{FF2B5EF4-FFF2-40B4-BE49-F238E27FC236}">
                <a16:creationId xmlns:a16="http://schemas.microsoft.com/office/drawing/2014/main" id="{42A67179-FA32-5887-0536-3BA8ADA50564}"/>
              </a:ext>
            </a:extLst>
          </p:cNvPr>
          <p:cNvSpPr/>
          <p:nvPr/>
        </p:nvSpPr>
        <p:spPr>
          <a:xfrm>
            <a:off x="2834301" y="2037594"/>
            <a:ext cx="2513331" cy="297649"/>
          </a:xfrm>
          <a:prstGeom prst="roundRect">
            <a:avLst>
              <a:gd name="adj" fmla="val 43009"/>
            </a:avLst>
          </a:prstGeom>
          <a:solidFill>
            <a:srgbClr val="C97A35"/>
          </a:solidFill>
          <a:ln w="6350">
            <a:solidFill>
              <a:srgbClr val="C97A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9"/>
          <p:cNvSpPr/>
          <p:nvPr/>
        </p:nvSpPr>
        <p:spPr>
          <a:xfrm>
            <a:off x="6342301" y="4065941"/>
            <a:ext cx="145023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SATTB approved O1</a:t>
            </a:r>
            <a:endParaRPr lang="en-US" sz="1200" dirty="0"/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16D59C2F-AF18-99DD-CF2D-39FBDCA8D48E}"/>
              </a:ext>
            </a:extLst>
          </p:cNvPr>
          <p:cNvSpPr/>
          <p:nvPr/>
        </p:nvSpPr>
        <p:spPr>
          <a:xfrm>
            <a:off x="3007101" y="2064212"/>
            <a:ext cx="2107354" cy="25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80" name="Text 19">
            <a:extLst>
              <a:ext uri="{FF2B5EF4-FFF2-40B4-BE49-F238E27FC236}">
                <a16:creationId xmlns:a16="http://schemas.microsoft.com/office/drawing/2014/main" id="{87E4192E-43D4-3235-471D-F37C9D82C3E7}"/>
              </a:ext>
            </a:extLst>
          </p:cNvPr>
          <p:cNvSpPr/>
          <p:nvPr/>
        </p:nvSpPr>
        <p:spPr>
          <a:xfrm>
            <a:off x="5115988" y="4071425"/>
            <a:ext cx="1071536" cy="238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9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4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4B0A1735-F883-42A8-0C0B-20BBA7833D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81418" y="4013804"/>
            <a:ext cx="357181" cy="357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180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Joshua Du Plooy</cp:lastModifiedBy>
  <cp:revision>2</cp:revision>
  <dcterms:created xsi:type="dcterms:W3CDTF">2026-09-02T14:57:30Z</dcterms:created>
  <dcterms:modified xsi:type="dcterms:W3CDTF">2026-09-02T15:17:46Z</dcterms:modified>
</cp:coreProperties>
</file>